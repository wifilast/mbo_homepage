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99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F3300"/>
    <a:srgbClr val="FF0000"/>
    <a:srgbClr val="E60000"/>
    <a:srgbClr val="00AA48"/>
    <a:srgbClr val="FF5050"/>
    <a:srgbClr val="FFFF99"/>
    <a:srgbClr val="F9F9F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35FFD-025F-4E26-9D19-6C9621F113F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17EB8-6EF6-44F7-88CA-5A6F5D80FC3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1422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7F0B8-E085-4839-B060-12F31DE85213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0F9E1-245E-4893-B3E9-8F2E9E2D073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28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7CED-C38E-1785-F43E-5BDE9708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15ECED-E4DB-B1AE-04DC-01D792EA6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123790E-F77A-CFC9-CFD9-1A95F17B5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889F4D-3535-7479-6C02-CBD3D44FB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385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585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253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433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647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869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748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043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086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8028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385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9904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E945E-8607-43BD-B5E2-BE642925816E}" type="datetimeFigureOut">
              <a:rPr lang="de-AT" smtClean="0"/>
              <a:t>08.01.2026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87CAE-8751-4E79-8E0D-632055E85B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673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9373-1E6E-5E04-6873-F9C51FD3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977DB17E-D594-301F-6FFF-3DB689A6FF05}"/>
              </a:ext>
            </a:extLst>
          </p:cNvPr>
          <p:cNvSpPr/>
          <p:nvPr/>
        </p:nvSpPr>
        <p:spPr>
          <a:xfrm>
            <a:off x="838200" y="376567"/>
            <a:ext cx="9042175" cy="4778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6577EF2-3F23-4E91-B772-464D3040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042174" cy="500723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de-AT" sz="2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Struktur HP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896DD8-668A-02F0-FE93-4A62A138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0747" y="6478927"/>
            <a:ext cx="526657" cy="365125"/>
          </a:xfrm>
        </p:spPr>
        <p:txBody>
          <a:bodyPr/>
          <a:lstStyle/>
          <a:p>
            <a:fld id="{10C87CAE-8751-4E79-8E0D-632055E85BC7}" type="slidenum">
              <a:rPr lang="de-AT" smtClean="0"/>
              <a:t>1</a:t>
            </a:fld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EA41890-AF15-E3A1-951F-99AC3ECC6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054" y="376567"/>
            <a:ext cx="1366504" cy="477838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90252E8-C8D2-5FFD-FC48-126BB214BA7B}"/>
              </a:ext>
            </a:extLst>
          </p:cNvPr>
          <p:cNvCxnSpPr>
            <a:cxnSpLocks/>
          </p:cNvCxnSpPr>
          <p:nvPr/>
        </p:nvCxnSpPr>
        <p:spPr>
          <a:xfrm>
            <a:off x="6988026" y="1590196"/>
            <a:ext cx="480875" cy="244165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ED7229D-7A4C-1DB4-7ED8-86F3A15CA3D6}"/>
              </a:ext>
            </a:extLst>
          </p:cNvPr>
          <p:cNvCxnSpPr>
            <a:cxnSpLocks/>
          </p:cNvCxnSpPr>
          <p:nvPr/>
        </p:nvCxnSpPr>
        <p:spPr>
          <a:xfrm flipH="1">
            <a:off x="6248632" y="1712278"/>
            <a:ext cx="4397" cy="680668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5F4E966-7275-7084-1BDF-9094969A02EA}"/>
              </a:ext>
            </a:extLst>
          </p:cNvPr>
          <p:cNvCxnSpPr>
            <a:cxnSpLocks/>
          </p:cNvCxnSpPr>
          <p:nvPr/>
        </p:nvCxnSpPr>
        <p:spPr>
          <a:xfrm>
            <a:off x="6248630" y="4561521"/>
            <a:ext cx="1" cy="511192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FCFF6278-7EC3-1590-12AE-18F7D875DFC6}"/>
              </a:ext>
            </a:extLst>
          </p:cNvPr>
          <p:cNvCxnSpPr>
            <a:cxnSpLocks/>
          </p:cNvCxnSpPr>
          <p:nvPr/>
        </p:nvCxnSpPr>
        <p:spPr>
          <a:xfrm flipH="1">
            <a:off x="6248630" y="3730777"/>
            <a:ext cx="2" cy="465619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BA1D440-8A7F-EA03-F512-AE9C8F5793D9}"/>
              </a:ext>
            </a:extLst>
          </p:cNvPr>
          <p:cNvCxnSpPr>
            <a:cxnSpLocks/>
          </p:cNvCxnSpPr>
          <p:nvPr/>
        </p:nvCxnSpPr>
        <p:spPr>
          <a:xfrm>
            <a:off x="6248631" y="5316878"/>
            <a:ext cx="0" cy="277264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ussdiagramm: Prozess 61">
            <a:extLst>
              <a:ext uri="{FF2B5EF4-FFF2-40B4-BE49-F238E27FC236}">
                <a16:creationId xmlns:a16="http://schemas.microsoft.com/office/drawing/2014/main" id="{F3B13E9F-B28E-F208-F0FE-1BBFA96E99FE}"/>
              </a:ext>
            </a:extLst>
          </p:cNvPr>
          <p:cNvSpPr/>
          <p:nvPr/>
        </p:nvSpPr>
        <p:spPr>
          <a:xfrm>
            <a:off x="954119" y="3155905"/>
            <a:ext cx="1469994" cy="546190"/>
          </a:xfrm>
          <a:prstGeom prst="flowChartProcess">
            <a:avLst/>
          </a:prstGeom>
          <a:solidFill>
            <a:srgbClr val="00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1_Start-Seite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1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1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76" name="Flussdiagramm: Prozess 75">
            <a:extLst>
              <a:ext uri="{FF2B5EF4-FFF2-40B4-BE49-F238E27FC236}">
                <a16:creationId xmlns:a16="http://schemas.microsoft.com/office/drawing/2014/main" id="{C001356E-65E4-CEEC-EF37-9D9692971B55}"/>
              </a:ext>
            </a:extLst>
          </p:cNvPr>
          <p:cNvSpPr/>
          <p:nvPr/>
        </p:nvSpPr>
        <p:spPr>
          <a:xfrm>
            <a:off x="2815971" y="1095198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2_Unternehmen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2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2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78" name="Flussdiagramm: Prozess 77">
            <a:extLst>
              <a:ext uri="{FF2B5EF4-FFF2-40B4-BE49-F238E27FC236}">
                <a16:creationId xmlns:a16="http://schemas.microsoft.com/office/drawing/2014/main" id="{CC2C3C74-4872-BD01-59E4-D347EB7C8101}"/>
              </a:ext>
            </a:extLst>
          </p:cNvPr>
          <p:cNvSpPr/>
          <p:nvPr/>
        </p:nvSpPr>
        <p:spPr>
          <a:xfrm>
            <a:off x="2815971" y="1979653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3_Produkte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0" name="Flussdiagramm: Prozess 79">
            <a:extLst>
              <a:ext uri="{FF2B5EF4-FFF2-40B4-BE49-F238E27FC236}">
                <a16:creationId xmlns:a16="http://schemas.microsoft.com/office/drawing/2014/main" id="{819CC51B-6C85-C260-9D04-B82B40B39913}"/>
              </a:ext>
            </a:extLst>
          </p:cNvPr>
          <p:cNvSpPr/>
          <p:nvPr/>
        </p:nvSpPr>
        <p:spPr>
          <a:xfrm>
            <a:off x="2815971" y="2864108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4_Karriere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4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4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2" name="Flussdiagramm: Prozess 81">
            <a:extLst>
              <a:ext uri="{FF2B5EF4-FFF2-40B4-BE49-F238E27FC236}">
                <a16:creationId xmlns:a16="http://schemas.microsoft.com/office/drawing/2014/main" id="{5DEA3168-2CDC-9018-43AB-02044F600114}"/>
              </a:ext>
            </a:extLst>
          </p:cNvPr>
          <p:cNvSpPr/>
          <p:nvPr/>
        </p:nvSpPr>
        <p:spPr>
          <a:xfrm>
            <a:off x="2815971" y="3730777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5_Kontakt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5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5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4" name="Flussdiagramm: Prozess 83">
            <a:extLst>
              <a:ext uri="{FF2B5EF4-FFF2-40B4-BE49-F238E27FC236}">
                <a16:creationId xmlns:a16="http://schemas.microsoft.com/office/drawing/2014/main" id="{88475114-FF0B-0294-3A76-C35FD16C1D4D}"/>
              </a:ext>
            </a:extLst>
          </p:cNvPr>
          <p:cNvSpPr/>
          <p:nvPr/>
        </p:nvSpPr>
        <p:spPr>
          <a:xfrm>
            <a:off x="2815971" y="4687418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6_Download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6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6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5" name="Flussdiagramm: Prozess 84">
            <a:extLst>
              <a:ext uri="{FF2B5EF4-FFF2-40B4-BE49-F238E27FC236}">
                <a16:creationId xmlns:a16="http://schemas.microsoft.com/office/drawing/2014/main" id="{9E91D153-69A5-94CE-0F17-3A3922F4B6D1}"/>
              </a:ext>
            </a:extLst>
          </p:cNvPr>
          <p:cNvSpPr/>
          <p:nvPr/>
        </p:nvSpPr>
        <p:spPr>
          <a:xfrm>
            <a:off x="2815971" y="5605326"/>
            <a:ext cx="1469994" cy="54619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b="1" dirty="0">
                <a:solidFill>
                  <a:schemeClr val="bg1"/>
                </a:solidFill>
              </a:rPr>
              <a:t>7_Legal</a:t>
            </a:r>
            <a:endParaRPr lang="de-DE" sz="1200" b="1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7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7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6" name="Flussdiagramm: Prozess 85">
            <a:extLst>
              <a:ext uri="{FF2B5EF4-FFF2-40B4-BE49-F238E27FC236}">
                <a16:creationId xmlns:a16="http://schemas.microsoft.com/office/drawing/2014/main" id="{39D1E7AE-7193-FDD6-7C8A-C12CB651A682}"/>
              </a:ext>
            </a:extLst>
          </p:cNvPr>
          <p:cNvSpPr/>
          <p:nvPr/>
        </p:nvSpPr>
        <p:spPr>
          <a:xfrm>
            <a:off x="4803237" y="1088617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3.1_Reinraumlösungen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3.1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3.1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7" name="Flussdiagramm: Prozess 86">
            <a:extLst>
              <a:ext uri="{FF2B5EF4-FFF2-40B4-BE49-F238E27FC236}">
                <a16:creationId xmlns:a16="http://schemas.microsoft.com/office/drawing/2014/main" id="{C4226A61-0542-F98A-73FF-772769B5B0BB}"/>
              </a:ext>
            </a:extLst>
          </p:cNvPr>
          <p:cNvSpPr/>
          <p:nvPr/>
        </p:nvSpPr>
        <p:spPr>
          <a:xfrm>
            <a:off x="4803237" y="1958963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3.2_Anlagenintegration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3.2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3.2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8" name="Flussdiagramm: Prozess 87">
            <a:extLst>
              <a:ext uri="{FF2B5EF4-FFF2-40B4-BE49-F238E27FC236}">
                <a16:creationId xmlns:a16="http://schemas.microsoft.com/office/drawing/2014/main" id="{F531EBFB-111B-AA2B-480D-42C5589F1CB5}"/>
              </a:ext>
            </a:extLst>
          </p:cNvPr>
          <p:cNvSpPr/>
          <p:nvPr/>
        </p:nvSpPr>
        <p:spPr>
          <a:xfrm>
            <a:off x="4803237" y="2880154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3.3_Präzisionsklimager.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3.3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3.3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89" name="Flussdiagramm: Prozess 88">
            <a:extLst>
              <a:ext uri="{FF2B5EF4-FFF2-40B4-BE49-F238E27FC236}">
                <a16:creationId xmlns:a16="http://schemas.microsoft.com/office/drawing/2014/main" id="{2DDCAE89-5286-737A-5C2C-E1EF97B8E93E}"/>
              </a:ext>
            </a:extLst>
          </p:cNvPr>
          <p:cNvSpPr/>
          <p:nvPr/>
        </p:nvSpPr>
        <p:spPr>
          <a:xfrm>
            <a:off x="6868327" y="2880154"/>
            <a:ext cx="1667516" cy="546190"/>
          </a:xfrm>
          <a:prstGeom prst="flowChartProcess">
            <a:avLst/>
          </a:prstGeom>
          <a:solidFill>
            <a:schemeClr val="accent4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3.3.1_A2HTC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3.3.1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3.3.1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90" name="Flussdiagramm: Prozess 89">
            <a:extLst>
              <a:ext uri="{FF2B5EF4-FFF2-40B4-BE49-F238E27FC236}">
                <a16:creationId xmlns:a16="http://schemas.microsoft.com/office/drawing/2014/main" id="{AC00E383-726F-7FD9-74A1-6CD571BD7951}"/>
              </a:ext>
            </a:extLst>
          </p:cNvPr>
          <p:cNvSpPr/>
          <p:nvPr/>
        </p:nvSpPr>
        <p:spPr>
          <a:xfrm>
            <a:off x="4803237" y="3705467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3.4_Präzisionsthermos.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3.4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3.4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91" name="Flussdiagramm: Prozess 90">
            <a:extLst>
              <a:ext uri="{FF2B5EF4-FFF2-40B4-BE49-F238E27FC236}">
                <a16:creationId xmlns:a16="http://schemas.microsoft.com/office/drawing/2014/main" id="{7F2490D2-2E75-B1A2-B4C0-1621E01AAADF}"/>
              </a:ext>
            </a:extLst>
          </p:cNvPr>
          <p:cNvSpPr/>
          <p:nvPr/>
        </p:nvSpPr>
        <p:spPr>
          <a:xfrm>
            <a:off x="6868327" y="3705467"/>
            <a:ext cx="1667516" cy="546190"/>
          </a:xfrm>
          <a:prstGeom prst="flowChartProcess">
            <a:avLst/>
          </a:prstGeom>
          <a:solidFill>
            <a:schemeClr val="accent4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3.4.1_CT 2.0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3.4.1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3.4.1</a:t>
            </a:r>
            <a:endParaRPr lang="de-AT" sz="1000" dirty="0">
              <a:solidFill>
                <a:schemeClr val="bg1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452F54C2-56E1-F2C0-9F9D-82A0AE93ABE3}"/>
              </a:ext>
            </a:extLst>
          </p:cNvPr>
          <p:cNvCxnSpPr>
            <a:cxnSpLocks/>
          </p:cNvCxnSpPr>
          <p:nvPr/>
        </p:nvCxnSpPr>
        <p:spPr>
          <a:xfrm flipH="1">
            <a:off x="11325768" y="5645612"/>
            <a:ext cx="2" cy="465619"/>
          </a:xfrm>
          <a:prstGeom prst="straightConnector1">
            <a:avLst/>
          </a:prstGeom>
          <a:ln w="9525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Flussdiagramm: Prozess 92">
            <a:extLst>
              <a:ext uri="{FF2B5EF4-FFF2-40B4-BE49-F238E27FC236}">
                <a16:creationId xmlns:a16="http://schemas.microsoft.com/office/drawing/2014/main" id="{9380AA08-F3A6-1E1F-CCDB-F3D57E61A119}"/>
              </a:ext>
            </a:extLst>
          </p:cNvPr>
          <p:cNvSpPr/>
          <p:nvPr/>
        </p:nvSpPr>
        <p:spPr>
          <a:xfrm>
            <a:off x="9880375" y="3883674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7.1_AGB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/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/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94" name="Flussdiagramm: Prozess 93">
            <a:extLst>
              <a:ext uri="{FF2B5EF4-FFF2-40B4-BE49-F238E27FC236}">
                <a16:creationId xmlns:a16="http://schemas.microsoft.com/office/drawing/2014/main" id="{A4CB397A-01BE-7E84-F6E1-25F62C515E2E}"/>
              </a:ext>
            </a:extLst>
          </p:cNvPr>
          <p:cNvSpPr/>
          <p:nvPr/>
        </p:nvSpPr>
        <p:spPr>
          <a:xfrm>
            <a:off x="9880375" y="4794989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7.2_Imprint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/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/</a:t>
            </a:r>
            <a:endParaRPr lang="de-AT" sz="1000" dirty="0">
              <a:solidFill>
                <a:schemeClr val="bg1"/>
              </a:solidFill>
            </a:endParaRPr>
          </a:p>
        </p:txBody>
      </p:sp>
      <p:sp>
        <p:nvSpPr>
          <p:cNvPr id="95" name="Flussdiagramm: Prozess 94">
            <a:extLst>
              <a:ext uri="{FF2B5EF4-FFF2-40B4-BE49-F238E27FC236}">
                <a16:creationId xmlns:a16="http://schemas.microsoft.com/office/drawing/2014/main" id="{6CA1910C-3D51-B022-9987-F9F3664B6209}"/>
              </a:ext>
            </a:extLst>
          </p:cNvPr>
          <p:cNvSpPr/>
          <p:nvPr/>
        </p:nvSpPr>
        <p:spPr>
          <a:xfrm>
            <a:off x="9880375" y="5636958"/>
            <a:ext cx="1667516" cy="546190"/>
          </a:xfrm>
          <a:prstGeom prst="flowChartProcess">
            <a:avLst/>
          </a:prstGeom>
          <a:solidFill>
            <a:schemeClr val="accent6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200" dirty="0">
                <a:solidFill>
                  <a:schemeClr val="bg1"/>
                </a:solidFill>
              </a:rPr>
              <a:t>7.3_Datenschutz</a:t>
            </a:r>
            <a:endParaRPr lang="de-DE" sz="1200" dirty="0">
              <a:solidFill>
                <a:schemeClr val="bg1"/>
              </a:solidFill>
            </a:endParaRP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Textserie: /</a:t>
            </a:r>
          </a:p>
          <a:p>
            <a:pPr marL="268288" lvl="1" indent="-84138">
              <a:buFont typeface="Wingdings" panose="05000000000000000000" pitchFamily="2" charset="2"/>
              <a:buChar char="§"/>
            </a:pPr>
            <a:r>
              <a:rPr lang="de-DE" sz="1000" dirty="0">
                <a:solidFill>
                  <a:schemeClr val="bg1"/>
                </a:solidFill>
              </a:rPr>
              <a:t>Bildbereich: /</a:t>
            </a:r>
            <a:endParaRPr lang="de-AT" sz="1000" dirty="0">
              <a:solidFill>
                <a:schemeClr val="bg1"/>
              </a:solidFill>
            </a:endParaRPr>
          </a:p>
        </p:txBody>
      </p: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DC0839DC-3EA7-EA81-F1C3-60585D9CACF6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 flipV="1">
            <a:off x="2424113" y="1368293"/>
            <a:ext cx="391858" cy="2060707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Verbinder: gewinkelt 98">
            <a:extLst>
              <a:ext uri="{FF2B5EF4-FFF2-40B4-BE49-F238E27FC236}">
                <a16:creationId xmlns:a16="http://schemas.microsoft.com/office/drawing/2014/main" id="{1F55562C-7D65-D7D8-64FA-6F33A9FA6837}"/>
              </a:ext>
            </a:extLst>
          </p:cNvPr>
          <p:cNvCxnSpPr>
            <a:stCxn id="62" idx="3"/>
            <a:endCxn id="78" idx="1"/>
          </p:cNvCxnSpPr>
          <p:nvPr/>
        </p:nvCxnSpPr>
        <p:spPr>
          <a:xfrm flipV="1">
            <a:off x="2424113" y="2252748"/>
            <a:ext cx="391858" cy="1176252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Verbinder: gewinkelt 101">
            <a:extLst>
              <a:ext uri="{FF2B5EF4-FFF2-40B4-BE49-F238E27FC236}">
                <a16:creationId xmlns:a16="http://schemas.microsoft.com/office/drawing/2014/main" id="{229DF673-38D3-012F-DCA3-F54C78030A73}"/>
              </a:ext>
            </a:extLst>
          </p:cNvPr>
          <p:cNvCxnSpPr>
            <a:stCxn id="62" idx="3"/>
            <a:endCxn id="80" idx="1"/>
          </p:cNvCxnSpPr>
          <p:nvPr/>
        </p:nvCxnSpPr>
        <p:spPr>
          <a:xfrm flipV="1">
            <a:off x="2424113" y="3137203"/>
            <a:ext cx="391858" cy="291797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Verbinder: gewinkelt 103">
            <a:extLst>
              <a:ext uri="{FF2B5EF4-FFF2-40B4-BE49-F238E27FC236}">
                <a16:creationId xmlns:a16="http://schemas.microsoft.com/office/drawing/2014/main" id="{A092BCBE-2631-9132-D847-2ABA569085C1}"/>
              </a:ext>
            </a:extLst>
          </p:cNvPr>
          <p:cNvCxnSpPr>
            <a:stCxn id="62" idx="3"/>
            <a:endCxn id="82" idx="1"/>
          </p:cNvCxnSpPr>
          <p:nvPr/>
        </p:nvCxnSpPr>
        <p:spPr>
          <a:xfrm>
            <a:off x="2424113" y="3429000"/>
            <a:ext cx="391858" cy="574872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Verbinder: gewinkelt 105">
            <a:extLst>
              <a:ext uri="{FF2B5EF4-FFF2-40B4-BE49-F238E27FC236}">
                <a16:creationId xmlns:a16="http://schemas.microsoft.com/office/drawing/2014/main" id="{B5282EAD-2A34-4173-910E-750ABF03F094}"/>
              </a:ext>
            </a:extLst>
          </p:cNvPr>
          <p:cNvCxnSpPr>
            <a:stCxn id="62" idx="3"/>
            <a:endCxn id="84" idx="1"/>
          </p:cNvCxnSpPr>
          <p:nvPr/>
        </p:nvCxnSpPr>
        <p:spPr>
          <a:xfrm>
            <a:off x="2424113" y="3429000"/>
            <a:ext cx="391858" cy="1531513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Verbinder: gewinkelt 108">
            <a:extLst>
              <a:ext uri="{FF2B5EF4-FFF2-40B4-BE49-F238E27FC236}">
                <a16:creationId xmlns:a16="http://schemas.microsoft.com/office/drawing/2014/main" id="{C8068FDB-EBC7-FE0D-E8D3-E71C70410146}"/>
              </a:ext>
            </a:extLst>
          </p:cNvPr>
          <p:cNvCxnSpPr>
            <a:stCxn id="62" idx="3"/>
            <a:endCxn id="85" idx="1"/>
          </p:cNvCxnSpPr>
          <p:nvPr/>
        </p:nvCxnSpPr>
        <p:spPr>
          <a:xfrm>
            <a:off x="2424113" y="3429000"/>
            <a:ext cx="391858" cy="2449421"/>
          </a:xfrm>
          <a:prstGeom prst="bentConnector3">
            <a:avLst>
              <a:gd name="adj1" fmla="val 50000"/>
            </a:avLst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Verbinder: gewinkelt 118">
            <a:extLst>
              <a:ext uri="{FF2B5EF4-FFF2-40B4-BE49-F238E27FC236}">
                <a16:creationId xmlns:a16="http://schemas.microsoft.com/office/drawing/2014/main" id="{A5E782FA-46DB-2D55-EDC8-6C4F50D068AC}"/>
              </a:ext>
            </a:extLst>
          </p:cNvPr>
          <p:cNvCxnSpPr>
            <a:stCxn id="78" idx="3"/>
            <a:endCxn id="86" idx="1"/>
          </p:cNvCxnSpPr>
          <p:nvPr/>
        </p:nvCxnSpPr>
        <p:spPr>
          <a:xfrm flipV="1">
            <a:off x="4285965" y="1361712"/>
            <a:ext cx="517272" cy="891036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Verbinder: gewinkelt 121">
            <a:extLst>
              <a:ext uri="{FF2B5EF4-FFF2-40B4-BE49-F238E27FC236}">
                <a16:creationId xmlns:a16="http://schemas.microsoft.com/office/drawing/2014/main" id="{0FC36F40-41C5-8CD4-B7E1-09B08385A39F}"/>
              </a:ext>
            </a:extLst>
          </p:cNvPr>
          <p:cNvCxnSpPr>
            <a:stCxn id="78" idx="3"/>
            <a:endCxn id="87" idx="1"/>
          </p:cNvCxnSpPr>
          <p:nvPr/>
        </p:nvCxnSpPr>
        <p:spPr>
          <a:xfrm flipV="1">
            <a:off x="4285965" y="2232058"/>
            <a:ext cx="517272" cy="20690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Verbinder: gewinkelt 124">
            <a:extLst>
              <a:ext uri="{FF2B5EF4-FFF2-40B4-BE49-F238E27FC236}">
                <a16:creationId xmlns:a16="http://schemas.microsoft.com/office/drawing/2014/main" id="{052A461E-18EB-21D7-8F6E-3CDDD46A404B}"/>
              </a:ext>
            </a:extLst>
          </p:cNvPr>
          <p:cNvCxnSpPr>
            <a:stCxn id="78" idx="3"/>
            <a:endCxn id="88" idx="1"/>
          </p:cNvCxnSpPr>
          <p:nvPr/>
        </p:nvCxnSpPr>
        <p:spPr>
          <a:xfrm>
            <a:off x="4285965" y="2252748"/>
            <a:ext cx="517272" cy="900501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Verbinder: gewinkelt 126">
            <a:extLst>
              <a:ext uri="{FF2B5EF4-FFF2-40B4-BE49-F238E27FC236}">
                <a16:creationId xmlns:a16="http://schemas.microsoft.com/office/drawing/2014/main" id="{2F52123F-950F-52B5-3E21-36750929EA40}"/>
              </a:ext>
            </a:extLst>
          </p:cNvPr>
          <p:cNvCxnSpPr>
            <a:stCxn id="78" idx="3"/>
            <a:endCxn id="90" idx="1"/>
          </p:cNvCxnSpPr>
          <p:nvPr/>
        </p:nvCxnSpPr>
        <p:spPr>
          <a:xfrm>
            <a:off x="4285965" y="2252748"/>
            <a:ext cx="517272" cy="1725814"/>
          </a:xfrm>
          <a:prstGeom prst="bentConnector3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DB73F549-D381-8CB0-B331-CB4D659C38B1}"/>
              </a:ext>
            </a:extLst>
          </p:cNvPr>
          <p:cNvCxnSpPr>
            <a:stCxn id="88" idx="3"/>
            <a:endCxn id="89" idx="1"/>
          </p:cNvCxnSpPr>
          <p:nvPr/>
        </p:nvCxnSpPr>
        <p:spPr>
          <a:xfrm>
            <a:off x="6470753" y="3153249"/>
            <a:ext cx="397574" cy="0"/>
          </a:xfrm>
          <a:prstGeom prst="straightConnector1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98A9849-CD1F-69E5-0034-0259D203B272}"/>
              </a:ext>
            </a:extLst>
          </p:cNvPr>
          <p:cNvCxnSpPr>
            <a:stCxn id="90" idx="3"/>
            <a:endCxn id="91" idx="1"/>
          </p:cNvCxnSpPr>
          <p:nvPr/>
        </p:nvCxnSpPr>
        <p:spPr>
          <a:xfrm>
            <a:off x="6470753" y="3978562"/>
            <a:ext cx="397574" cy="0"/>
          </a:xfrm>
          <a:prstGeom prst="straightConnector1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Verbinder: gewinkelt 134">
            <a:extLst>
              <a:ext uri="{FF2B5EF4-FFF2-40B4-BE49-F238E27FC236}">
                <a16:creationId xmlns:a16="http://schemas.microsoft.com/office/drawing/2014/main" id="{436CDEF5-4AA5-8C3F-A249-C654328D42E1}"/>
              </a:ext>
            </a:extLst>
          </p:cNvPr>
          <p:cNvCxnSpPr>
            <a:stCxn id="85" idx="3"/>
            <a:endCxn id="94" idx="1"/>
          </p:cNvCxnSpPr>
          <p:nvPr/>
        </p:nvCxnSpPr>
        <p:spPr>
          <a:xfrm flipV="1">
            <a:off x="4285965" y="5068084"/>
            <a:ext cx="5594410" cy="810337"/>
          </a:xfrm>
          <a:prstGeom prst="bentConnector3">
            <a:avLst>
              <a:gd name="adj1" fmla="val 89438"/>
            </a:avLst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0B9D49CA-BDF0-8E8B-FB7F-87C6F9DBCF59}"/>
              </a:ext>
            </a:extLst>
          </p:cNvPr>
          <p:cNvCxnSpPr>
            <a:stCxn id="85" idx="3"/>
            <a:endCxn id="93" idx="1"/>
          </p:cNvCxnSpPr>
          <p:nvPr/>
        </p:nvCxnSpPr>
        <p:spPr>
          <a:xfrm flipV="1">
            <a:off x="4285965" y="4156769"/>
            <a:ext cx="5594410" cy="1721652"/>
          </a:xfrm>
          <a:prstGeom prst="bentConnector3">
            <a:avLst>
              <a:gd name="adj1" fmla="val 89588"/>
            </a:avLst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D0A952E2-901A-60E5-04B6-B8460CA3B072}"/>
              </a:ext>
            </a:extLst>
          </p:cNvPr>
          <p:cNvCxnSpPr>
            <a:stCxn id="85" idx="3"/>
            <a:endCxn id="95" idx="1"/>
          </p:cNvCxnSpPr>
          <p:nvPr/>
        </p:nvCxnSpPr>
        <p:spPr>
          <a:xfrm>
            <a:off x="4285965" y="5878421"/>
            <a:ext cx="5594410" cy="31632"/>
          </a:xfrm>
          <a:prstGeom prst="straightConnector1">
            <a:avLst/>
          </a:prstGeom>
          <a:ln w="9525">
            <a:solidFill>
              <a:srgbClr val="0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18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rgbClr val="000000"/>
          </a:solidFill>
          <a:headEnd type="none" w="med" len="me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ayout Präsentation MBO 1" id="{5D81EC61-DF0E-4A99-BA21-C192E3F28D75}" vid="{AD14437C-5B2B-4735-86D9-91956AC5E4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151</Words>
  <Application>Microsoft Office PowerPoint</Application>
  <PresentationFormat>Breitbild</PresentationFormat>
  <Paragraphs>51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Struktur HP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 Bödi</dc:creator>
  <cp:lastModifiedBy>Office MBO Services GmbH</cp:lastModifiedBy>
  <cp:revision>407</cp:revision>
  <cp:lastPrinted>2025-02-27T08:36:21Z</cp:lastPrinted>
  <dcterms:created xsi:type="dcterms:W3CDTF">2016-03-17T06:01:56Z</dcterms:created>
  <dcterms:modified xsi:type="dcterms:W3CDTF">2026-01-14T12:23:52Z</dcterms:modified>
</cp:coreProperties>
</file>