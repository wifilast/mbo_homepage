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45" r:id="rId2"/>
    <p:sldId id="364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82F6"/>
    <a:srgbClr val="0A172B"/>
    <a:srgbClr val="1A1F30"/>
    <a:srgbClr val="007AFF"/>
    <a:srgbClr val="0D0761"/>
    <a:srgbClr val="030755"/>
    <a:srgbClr val="15254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3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D3047C-664C-4371-9230-C778BB589073}" type="datetimeFigureOut">
              <a:rPr lang="de-DE" smtClean="0"/>
              <a:t>13.01.2026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98C9C3-9551-4717-9CB1-D5CC99D644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169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30F9E1-245E-4893-B3E9-8F2E9E2D073F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32003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20F54-A560-FB41-2CF7-30334C03C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709B171-472C-4F07-907B-C0FF0F0DC9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7A7F202-43C5-FFE9-61FB-91D68F9EC5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A801E8C-900F-E472-5D23-7DE04D7F51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30F9E1-245E-4893-B3E9-8F2E9E2D073F}" type="slidenum">
              <a:rPr lang="de-AT" smtClean="0"/>
              <a:t>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34242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7A2D8C-43A2-5798-8968-5CFD89D1A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090" y="1065316"/>
            <a:ext cx="10795820" cy="53018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3787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0323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mailto:office@mbo-trinity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6BD2693E-2775-8FFB-F8E8-740252561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28" y="376567"/>
            <a:ext cx="1368789" cy="477838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F0541F8-EA5A-F843-516F-87DD600B2588}"/>
              </a:ext>
            </a:extLst>
          </p:cNvPr>
          <p:cNvSpPr txBox="1"/>
          <p:nvPr/>
        </p:nvSpPr>
        <p:spPr>
          <a:xfrm>
            <a:off x="4428710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Unternehmen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2FAC60C-43FF-B5B1-B0FF-4B57D13DC741}"/>
              </a:ext>
            </a:extLst>
          </p:cNvPr>
          <p:cNvSpPr txBox="1"/>
          <p:nvPr/>
        </p:nvSpPr>
        <p:spPr>
          <a:xfrm>
            <a:off x="6146735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Produkte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AE5A00D-F6BF-FB43-484E-20AC764BDCCC}"/>
              </a:ext>
            </a:extLst>
          </p:cNvPr>
          <p:cNvSpPr txBox="1"/>
          <p:nvPr/>
        </p:nvSpPr>
        <p:spPr>
          <a:xfrm>
            <a:off x="7429877" y="44106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Karriere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8C47053-32FB-D9EA-11BB-7761DCB8628A}"/>
              </a:ext>
            </a:extLst>
          </p:cNvPr>
          <p:cNvSpPr txBox="1"/>
          <p:nvPr/>
        </p:nvSpPr>
        <p:spPr>
          <a:xfrm>
            <a:off x="8586862" y="45155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Kontakt</a:t>
            </a:r>
          </a:p>
        </p:txBody>
      </p:sp>
      <p:pic>
        <p:nvPicPr>
          <p:cNvPr id="21" name="Grafik 20" descr="Ein Bild, das Flagge, rot, Karminrot, Symbol enthält.&#10;&#10;KI-generierte Inhalte können fehlerhaft sein.">
            <a:extLst>
              <a:ext uri="{FF2B5EF4-FFF2-40B4-BE49-F238E27FC236}">
                <a16:creationId xmlns:a16="http://schemas.microsoft.com/office/drawing/2014/main" id="{FBD8890F-A326-C8EF-4668-C02F7EC5D0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1261809" y="507102"/>
            <a:ext cx="331953" cy="216767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E5A39E5C-3A32-E174-E85F-6F8C444ABB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523" y="2062246"/>
            <a:ext cx="4853370" cy="1694288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F47B1A59-AA77-880F-57DC-BFB2C6143F12}"/>
              </a:ext>
            </a:extLst>
          </p:cNvPr>
          <p:cNvSpPr txBox="1"/>
          <p:nvPr/>
        </p:nvSpPr>
        <p:spPr>
          <a:xfrm>
            <a:off x="3473523" y="3757442"/>
            <a:ext cx="504916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AT" sz="185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de-AT" sz="18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Partner </a:t>
            </a:r>
            <a:r>
              <a:rPr lang="de-AT" sz="185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AT" sz="18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Technological Excellence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6F6A43A6-D01F-34D4-0D43-7BE4D26F7593}"/>
              </a:ext>
            </a:extLst>
          </p:cNvPr>
          <p:cNvCxnSpPr/>
          <p:nvPr/>
        </p:nvCxnSpPr>
        <p:spPr>
          <a:xfrm>
            <a:off x="0" y="1545996"/>
            <a:ext cx="121920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A6D45A8B-78E5-AC2E-B26A-CC96E5C3DBF0}"/>
              </a:ext>
            </a:extLst>
          </p:cNvPr>
          <p:cNvCxnSpPr>
            <a:cxnSpLocks/>
          </p:cNvCxnSpPr>
          <p:nvPr/>
        </p:nvCxnSpPr>
        <p:spPr>
          <a:xfrm>
            <a:off x="-97896" y="4658413"/>
            <a:ext cx="12289896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8D0613E0-9B4F-789B-D44A-AFE036ADAD49}"/>
              </a:ext>
            </a:extLst>
          </p:cNvPr>
          <p:cNvSpPr txBox="1"/>
          <p:nvPr/>
        </p:nvSpPr>
        <p:spPr>
          <a:xfrm>
            <a:off x="10302322" y="1578920"/>
            <a:ext cx="15877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000" dirty="0" err="1">
                <a:solidFill>
                  <a:srgbClr val="FFFF00"/>
                </a:solidFill>
              </a:rPr>
              <a:t>Blidbereich</a:t>
            </a:r>
            <a:r>
              <a:rPr lang="de-DE" sz="1000" dirty="0">
                <a:solidFill>
                  <a:srgbClr val="FFFF00"/>
                </a:solidFill>
              </a:rPr>
              <a:t> / Fotoserie 3</a:t>
            </a:r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9BFBBA49-BAE8-D386-ACCF-84BE9AB66962}"/>
              </a:ext>
            </a:extLst>
          </p:cNvPr>
          <p:cNvSpPr/>
          <p:nvPr/>
        </p:nvSpPr>
        <p:spPr>
          <a:xfrm>
            <a:off x="389976" y="4421170"/>
            <a:ext cx="2627139" cy="1781664"/>
          </a:xfrm>
          <a:prstGeom prst="roundRect">
            <a:avLst/>
          </a:prstGeom>
          <a:solidFill>
            <a:srgbClr val="1A1F30"/>
          </a:solidFill>
          <a:ln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74CF1945-7D25-9CB9-B24B-7CC8B92E5320}"/>
              </a:ext>
            </a:extLst>
          </p:cNvPr>
          <p:cNvSpPr txBox="1"/>
          <p:nvPr/>
        </p:nvSpPr>
        <p:spPr>
          <a:xfrm>
            <a:off x="687514" y="4473746"/>
            <a:ext cx="20556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600" dirty="0">
                <a:solidFill>
                  <a:srgbClr val="FFFFFF"/>
                </a:solidFill>
              </a:rPr>
              <a:t>Reinraumtechnologie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57003C55-4FE7-5BE8-120D-2AB3221C480A}"/>
              </a:ext>
            </a:extLst>
          </p:cNvPr>
          <p:cNvSpPr txBox="1"/>
          <p:nvPr/>
        </p:nvSpPr>
        <p:spPr>
          <a:xfrm>
            <a:off x="598238" y="4851637"/>
            <a:ext cx="23139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600"/>
              </a:spcAft>
              <a:buSzPct val="90000"/>
            </a:pPr>
            <a:r>
              <a:rPr lang="de-DE" sz="1400" dirty="0">
                <a:solidFill>
                  <a:schemeClr val="bg1"/>
                </a:solidFill>
              </a:rPr>
              <a:t>Mit entscheidendem </a:t>
            </a:r>
            <a:r>
              <a:rPr lang="de-DE" sz="1400" dirty="0" err="1">
                <a:solidFill>
                  <a:schemeClr val="bg1"/>
                </a:solidFill>
              </a:rPr>
              <a:t>Know-How</a:t>
            </a:r>
            <a:r>
              <a:rPr lang="de-DE" sz="1400" dirty="0">
                <a:solidFill>
                  <a:schemeClr val="bg1"/>
                </a:solidFill>
              </a:rPr>
              <a:t> und Erfahrung auf dem Gebiet der Reinraumtechnik mit besonderer Sorgfalt und dem Antrieb zu den Besten zählen zu wollen.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DB336669-1E50-BA50-4B4A-2C467FCE6493}"/>
              </a:ext>
            </a:extLst>
          </p:cNvPr>
          <p:cNvSpPr/>
          <p:nvPr/>
        </p:nvSpPr>
        <p:spPr>
          <a:xfrm>
            <a:off x="6375889" y="4454968"/>
            <a:ext cx="2375885" cy="1781664"/>
          </a:xfrm>
          <a:prstGeom prst="roundRect">
            <a:avLst/>
          </a:prstGeom>
          <a:solidFill>
            <a:srgbClr val="1A1F30"/>
          </a:solidFill>
          <a:ln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BDD87FA6-C570-690F-CA1F-898D7383C854}"/>
              </a:ext>
            </a:extLst>
          </p:cNvPr>
          <p:cNvSpPr txBox="1"/>
          <p:nvPr/>
        </p:nvSpPr>
        <p:spPr>
          <a:xfrm>
            <a:off x="6587022" y="4507544"/>
            <a:ext cx="21960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600" dirty="0" err="1">
                <a:solidFill>
                  <a:srgbClr val="FFFFFF"/>
                </a:solidFill>
              </a:rPr>
              <a:t>Präzissionsklimageräte</a:t>
            </a:r>
            <a:endParaRPr lang="de-DE" sz="1600" dirty="0">
              <a:solidFill>
                <a:srgbClr val="FFFFFF"/>
              </a:solidFill>
            </a:endParaRPr>
          </a:p>
        </p:txBody>
      </p:sp>
      <p:sp>
        <p:nvSpPr>
          <p:cNvPr id="36" name="Flussdiagramm: Prozess 35">
            <a:extLst>
              <a:ext uri="{FF2B5EF4-FFF2-40B4-BE49-F238E27FC236}">
                <a16:creationId xmlns:a16="http://schemas.microsoft.com/office/drawing/2014/main" id="{E2836311-1C93-9DBA-87B0-B4513AD8AF34}"/>
              </a:ext>
            </a:extLst>
          </p:cNvPr>
          <p:cNvSpPr/>
          <p:nvPr/>
        </p:nvSpPr>
        <p:spPr>
          <a:xfrm>
            <a:off x="754144" y="2552313"/>
            <a:ext cx="2303818" cy="652014"/>
          </a:xfrm>
          <a:prstGeom prst="flowChartProcess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77101421-7978-8C98-709F-AFA01AA5F359}"/>
              </a:ext>
            </a:extLst>
          </p:cNvPr>
          <p:cNvSpPr txBox="1"/>
          <p:nvPr/>
        </p:nvSpPr>
        <p:spPr>
          <a:xfrm>
            <a:off x="1024036" y="2753637"/>
            <a:ext cx="15877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000" dirty="0">
                <a:solidFill>
                  <a:srgbClr val="FFFF00"/>
                </a:solidFill>
              </a:rPr>
              <a:t>Textserie 3</a:t>
            </a:r>
          </a:p>
        </p:txBody>
      </p:sp>
      <p:sp>
        <p:nvSpPr>
          <p:cNvPr id="39" name="Rechteck: abgerundete Ecken 38">
            <a:extLst>
              <a:ext uri="{FF2B5EF4-FFF2-40B4-BE49-F238E27FC236}">
                <a16:creationId xmlns:a16="http://schemas.microsoft.com/office/drawing/2014/main" id="{075367AD-62C8-19E8-D3A8-612DDC370F1E}"/>
              </a:ext>
            </a:extLst>
          </p:cNvPr>
          <p:cNvSpPr/>
          <p:nvPr/>
        </p:nvSpPr>
        <p:spPr>
          <a:xfrm>
            <a:off x="9210080" y="4454968"/>
            <a:ext cx="2375885" cy="1781664"/>
          </a:xfrm>
          <a:prstGeom prst="roundRect">
            <a:avLst/>
          </a:prstGeom>
          <a:solidFill>
            <a:srgbClr val="1A1F30"/>
          </a:solidFill>
          <a:ln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511FAF15-4ABF-3200-CAC4-A6318A09607D}"/>
              </a:ext>
            </a:extLst>
          </p:cNvPr>
          <p:cNvSpPr txBox="1"/>
          <p:nvPr/>
        </p:nvSpPr>
        <p:spPr>
          <a:xfrm>
            <a:off x="9397759" y="4537393"/>
            <a:ext cx="21960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600" dirty="0">
                <a:solidFill>
                  <a:srgbClr val="FFFFFF"/>
                </a:solidFill>
              </a:rPr>
              <a:t>Präzisionsthermostate</a:t>
            </a:r>
          </a:p>
        </p:txBody>
      </p:sp>
      <p:sp>
        <p:nvSpPr>
          <p:cNvPr id="41" name="Rechteck: abgerundete Ecken 40">
            <a:extLst>
              <a:ext uri="{FF2B5EF4-FFF2-40B4-BE49-F238E27FC236}">
                <a16:creationId xmlns:a16="http://schemas.microsoft.com/office/drawing/2014/main" id="{1B61A215-7AE7-D1CA-C644-DFFD71D08F04}"/>
              </a:ext>
            </a:extLst>
          </p:cNvPr>
          <p:cNvSpPr/>
          <p:nvPr/>
        </p:nvSpPr>
        <p:spPr>
          <a:xfrm>
            <a:off x="3510447" y="4454968"/>
            <a:ext cx="2375885" cy="1781664"/>
          </a:xfrm>
          <a:prstGeom prst="roundRect">
            <a:avLst/>
          </a:prstGeom>
          <a:solidFill>
            <a:srgbClr val="1A1F30"/>
          </a:solidFill>
          <a:ln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83830397-0183-B293-DE12-722CB0656AFF}"/>
              </a:ext>
            </a:extLst>
          </p:cNvPr>
          <p:cNvSpPr txBox="1"/>
          <p:nvPr/>
        </p:nvSpPr>
        <p:spPr>
          <a:xfrm>
            <a:off x="3721580" y="4507544"/>
            <a:ext cx="21960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600" dirty="0">
                <a:solidFill>
                  <a:srgbClr val="FFFFFF"/>
                </a:solidFill>
              </a:rPr>
              <a:t>Anlagenintegration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B3922EB3-167B-59FD-C3DF-17F29CF46D95}"/>
              </a:ext>
            </a:extLst>
          </p:cNvPr>
          <p:cNvSpPr txBox="1"/>
          <p:nvPr/>
        </p:nvSpPr>
        <p:spPr>
          <a:xfrm>
            <a:off x="3572361" y="4861859"/>
            <a:ext cx="231397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600"/>
              </a:spcAft>
              <a:buSzPct val="90000"/>
            </a:pPr>
            <a:r>
              <a:rPr lang="de-AT" sz="1400" dirty="0">
                <a:solidFill>
                  <a:schemeClr val="bg1"/>
                </a:solidFill>
              </a:rPr>
              <a:t>D</a:t>
            </a:r>
            <a:r>
              <a:rPr lang="de-DE" sz="1400" dirty="0" err="1">
                <a:solidFill>
                  <a:schemeClr val="bg1"/>
                </a:solidFill>
              </a:rPr>
              <a:t>ie</a:t>
            </a:r>
            <a:r>
              <a:rPr lang="de-DE" sz="1400" dirty="0">
                <a:solidFill>
                  <a:schemeClr val="bg1"/>
                </a:solidFill>
              </a:rPr>
              <a:t> MBO integriert als Single-Point-</a:t>
            </a:r>
            <a:r>
              <a:rPr lang="de-DE" sz="1400" dirty="0" err="1">
                <a:solidFill>
                  <a:schemeClr val="bg1"/>
                </a:solidFill>
              </a:rPr>
              <a:t>of</a:t>
            </a:r>
            <a:r>
              <a:rPr lang="de-DE" sz="1400" dirty="0">
                <a:solidFill>
                  <a:schemeClr val="bg1"/>
                </a:solidFill>
              </a:rPr>
              <a:t>-</a:t>
            </a:r>
            <a:r>
              <a:rPr lang="de-DE" sz="1400" dirty="0" err="1">
                <a:solidFill>
                  <a:schemeClr val="bg1"/>
                </a:solidFill>
              </a:rPr>
              <a:t>Accountability</a:t>
            </a:r>
            <a:r>
              <a:rPr lang="de-DE" sz="1400" dirty="0">
                <a:solidFill>
                  <a:schemeClr val="bg1"/>
                </a:solidFill>
              </a:rPr>
              <a:t> Anlagen und Technologien in die Fertigungsprozesse der Auftraggeber.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70EE3835-D8D8-DEAA-7E4B-F3483C0DF1CF}"/>
              </a:ext>
            </a:extLst>
          </p:cNvPr>
          <p:cNvSpPr txBox="1"/>
          <p:nvPr/>
        </p:nvSpPr>
        <p:spPr>
          <a:xfrm>
            <a:off x="6406845" y="4875947"/>
            <a:ext cx="231397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600"/>
              </a:spcAft>
              <a:buSzPct val="90000"/>
            </a:pPr>
            <a:r>
              <a:rPr lang="de-AT" sz="1400" dirty="0">
                <a:solidFill>
                  <a:schemeClr val="bg1"/>
                </a:solidFill>
              </a:rPr>
              <a:t>Hochpräzise Temperatur- und Feuchteregelung für sensible Prozesse in Produktion, Test-, Labor- und Prozessumfeld. 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934A08E5-4B1B-48A6-4295-5EC9D24B0C42}"/>
              </a:ext>
            </a:extLst>
          </p:cNvPr>
          <p:cNvSpPr txBox="1"/>
          <p:nvPr/>
        </p:nvSpPr>
        <p:spPr>
          <a:xfrm>
            <a:off x="9241331" y="4895657"/>
            <a:ext cx="231397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600"/>
              </a:spcAft>
              <a:buSzPct val="90000"/>
            </a:pPr>
            <a:r>
              <a:rPr lang="de-AT" sz="1400" dirty="0">
                <a:solidFill>
                  <a:schemeClr val="bg1"/>
                </a:solidFill>
              </a:rPr>
              <a:t>Hochpräzise Temperaturregelung für flüssigkeitsführende sensible Prozesse in Produktion, Test-, Labor- und Prozessumfeld. 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4B256F63-C568-C653-D832-C27A5772F550}"/>
              </a:ext>
            </a:extLst>
          </p:cNvPr>
          <p:cNvSpPr txBox="1"/>
          <p:nvPr/>
        </p:nvSpPr>
        <p:spPr>
          <a:xfrm>
            <a:off x="9811518" y="457258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Download</a:t>
            </a:r>
          </a:p>
        </p:txBody>
      </p:sp>
    </p:spTree>
    <p:extLst>
      <p:ext uri="{BB962C8B-B14F-4D97-AF65-F5344CB8AC3E}">
        <p14:creationId xmlns:p14="http://schemas.microsoft.com/office/powerpoint/2010/main" val="2137090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96B17-028A-5BD5-5CFF-212920CAF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A724DE30-BD18-4A8F-0C95-81F6555BE8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28" y="376567"/>
            <a:ext cx="1368789" cy="477838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A11625C0-8C4F-DC0E-3339-93E54C932CB7}"/>
              </a:ext>
            </a:extLst>
          </p:cNvPr>
          <p:cNvSpPr txBox="1"/>
          <p:nvPr/>
        </p:nvSpPr>
        <p:spPr>
          <a:xfrm>
            <a:off x="3473523" y="43082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Unternehmen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747295B-40C6-997C-6700-D7377A6C3025}"/>
              </a:ext>
            </a:extLst>
          </p:cNvPr>
          <p:cNvSpPr txBox="1"/>
          <p:nvPr/>
        </p:nvSpPr>
        <p:spPr>
          <a:xfrm>
            <a:off x="5450356" y="43082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Produkte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74D354A-0CA8-3F5E-4376-2FB6417B1D4C}"/>
              </a:ext>
            </a:extLst>
          </p:cNvPr>
          <p:cNvSpPr txBox="1"/>
          <p:nvPr/>
        </p:nvSpPr>
        <p:spPr>
          <a:xfrm>
            <a:off x="7195264" y="43082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Karriere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13AF41D-02AD-5E1C-FDC8-DB6AA3E34D04}"/>
              </a:ext>
            </a:extLst>
          </p:cNvPr>
          <p:cNvSpPr txBox="1"/>
          <p:nvPr/>
        </p:nvSpPr>
        <p:spPr>
          <a:xfrm>
            <a:off x="8915463" y="43082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Kontakt</a:t>
            </a:r>
          </a:p>
        </p:txBody>
      </p:sp>
      <p:pic>
        <p:nvPicPr>
          <p:cNvPr id="21" name="Grafik 20" descr="Ein Bild, das Flagge, rot, Karminrot, Symbol enthält.&#10;&#10;KI-generierte Inhalte können fehlerhaft sein.">
            <a:extLst>
              <a:ext uri="{FF2B5EF4-FFF2-40B4-BE49-F238E27FC236}">
                <a16:creationId xmlns:a16="http://schemas.microsoft.com/office/drawing/2014/main" id="{D2DCB1EF-F4C1-B887-64B2-FC51D53A1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0660371" y="507102"/>
            <a:ext cx="331953" cy="216767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FB71AACC-5EBB-EBEE-F6C5-553933AB25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591" y="1562095"/>
            <a:ext cx="2064464" cy="275261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787B0DB-E70B-97B3-B441-839181E908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9827" y="1562095"/>
            <a:ext cx="2302434" cy="2983954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E6B798E5-6D53-CCAD-B8A7-A73A86281FAC}"/>
              </a:ext>
            </a:extLst>
          </p:cNvPr>
          <p:cNvSpPr txBox="1"/>
          <p:nvPr/>
        </p:nvSpPr>
        <p:spPr>
          <a:xfrm>
            <a:off x="3710815" y="2199490"/>
            <a:ext cx="485337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AT" sz="2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Steigen Sie ein in die Welt der MBO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Sannen des QR-Codes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Browser (Chrome oder Safari)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Menüführung am Handy folgen</a:t>
            </a:r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03C6B5BE-F3EF-B05D-840D-190DDFCD2401}"/>
              </a:ext>
            </a:extLst>
          </p:cNvPr>
          <p:cNvSpPr txBox="1">
            <a:spLocks/>
          </p:cNvSpPr>
          <p:nvPr/>
        </p:nvSpPr>
        <p:spPr>
          <a:xfrm>
            <a:off x="906276" y="6298870"/>
            <a:ext cx="1044359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9864725" algn="r"/>
              </a:tabLst>
            </a:pP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MBO Trinity GmbH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mail: </a:t>
            </a:r>
            <a:r>
              <a:rPr lang="de-AT" altLang="de-DE" sz="1050" u="sng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office@mbo-trinity.com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 </a:t>
            </a:r>
            <a:r>
              <a:rPr lang="de-AT" altLang="de-DE" sz="1050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tel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+43 502044-0	   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mbo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trinity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gmbh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Datenschutz I Impressum I Allgemeine Geschäftsbedingungen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FDCAD0F-434A-A2FD-8CCE-9517A2BC7A34}"/>
              </a:ext>
            </a:extLst>
          </p:cNvPr>
          <p:cNvSpPr txBox="1"/>
          <p:nvPr/>
        </p:nvSpPr>
        <p:spPr>
          <a:xfrm>
            <a:off x="2944077" y="4846327"/>
            <a:ext cx="72574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AT" sz="5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limits</a:t>
            </a:r>
            <a:r>
              <a:rPr lang="de-AT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5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de-AT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de-AT" sz="5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mindset</a:t>
            </a:r>
            <a:endParaRPr lang="de-AT" sz="5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488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theme/theme1.xml><?xml version="1.0" encoding="utf-8"?>
<a:theme xmlns:a="http://schemas.openxmlformats.org/drawingml/2006/main" name="Master Trinity H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BO_Trinity_GmbH_II_de.potx" id="{366E3630-B22C-4E3D-9747-5BF531C635D7}" vid="{A13D97C2-B7B5-48B2-9998-D663CCBE7394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MBO_Trinity_GmbH_II_de</Template>
  <TotalTime>0</TotalTime>
  <Words>150</Words>
  <Application>Microsoft Office PowerPoint</Application>
  <PresentationFormat>Breitbild</PresentationFormat>
  <Paragraphs>28</Paragraphs>
  <Slides>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5" baseType="lpstr">
      <vt:lpstr>Arial</vt:lpstr>
      <vt:lpstr>Calibri</vt:lpstr>
      <vt:lpstr>Master Trinity HP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MBO Services GmbH</dc:creator>
  <cp:lastModifiedBy>Office MBO Services GmbH</cp:lastModifiedBy>
  <cp:revision>24</cp:revision>
  <dcterms:created xsi:type="dcterms:W3CDTF">2025-05-08T11:48:37Z</dcterms:created>
  <dcterms:modified xsi:type="dcterms:W3CDTF">2026-01-13T12:20:20Z</dcterms:modified>
</cp:coreProperties>
</file>