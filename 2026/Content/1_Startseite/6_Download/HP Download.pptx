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45" r:id="rId2"/>
    <p:sldId id="365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769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6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6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6881C516-B7FC-3069-F025-511EE3273213}"/>
              </a:ext>
            </a:extLst>
          </p:cNvPr>
          <p:cNvSpPr/>
          <p:nvPr/>
        </p:nvSpPr>
        <p:spPr>
          <a:xfrm>
            <a:off x="7734496" y="4388247"/>
            <a:ext cx="3392956" cy="1781665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B99178F-B7D4-8063-A155-7384BD3E8BFE}"/>
              </a:ext>
            </a:extLst>
          </p:cNvPr>
          <p:cNvSpPr txBox="1"/>
          <p:nvPr/>
        </p:nvSpPr>
        <p:spPr>
          <a:xfrm>
            <a:off x="7879642" y="4440822"/>
            <a:ext cx="3071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Produkt-Folder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3B9D62F-76C7-9274-C64A-18CD119103FE}"/>
              </a:ext>
            </a:extLst>
          </p:cNvPr>
          <p:cNvSpPr txBox="1"/>
          <p:nvPr/>
        </p:nvSpPr>
        <p:spPr>
          <a:xfrm>
            <a:off x="7879642" y="4741628"/>
            <a:ext cx="2646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de-AT" sz="1400" dirty="0">
                <a:solidFill>
                  <a:schemeClr val="bg1"/>
                </a:solidFill>
              </a:rPr>
              <a:t>Cooling Tower CT 2.0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de-AT" sz="1400" dirty="0">
                <a:solidFill>
                  <a:schemeClr val="bg1"/>
                </a:solidFill>
              </a:rPr>
              <a:t>A²HTC Präzisionsklimagerät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864EDEA-1352-91AE-CA95-B21FB14841E0}"/>
              </a:ext>
            </a:extLst>
          </p:cNvPr>
          <p:cNvSpPr/>
          <p:nvPr/>
        </p:nvSpPr>
        <p:spPr>
          <a:xfrm>
            <a:off x="1241011" y="4388247"/>
            <a:ext cx="3392956" cy="1781665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25539DB-179C-75C4-F2D1-4AF7F07C5614}"/>
              </a:ext>
            </a:extLst>
          </p:cNvPr>
          <p:cNvSpPr txBox="1"/>
          <p:nvPr/>
        </p:nvSpPr>
        <p:spPr>
          <a:xfrm>
            <a:off x="1386157" y="4440822"/>
            <a:ext cx="3071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Company Profile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D98CA3-F241-04A1-BEA5-90913E419461}"/>
              </a:ext>
            </a:extLst>
          </p:cNvPr>
          <p:cNvSpPr txBox="1"/>
          <p:nvPr/>
        </p:nvSpPr>
        <p:spPr>
          <a:xfrm>
            <a:off x="1386157" y="4741628"/>
            <a:ext cx="26462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de-AT" sz="1400" dirty="0">
                <a:solidFill>
                  <a:schemeClr val="bg1"/>
                </a:solidFill>
              </a:rPr>
              <a:t>Unternehmensbroschüre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12" y="2107503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848" y="2107503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18836" y="2744898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2952098" y="5391735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88</Words>
  <Application>Microsoft Office PowerPoint</Application>
  <PresentationFormat>Breitbild</PresentationFormat>
  <Paragraphs>26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Master Trinity HP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31</cp:revision>
  <dcterms:created xsi:type="dcterms:W3CDTF">2025-05-08T11:48:37Z</dcterms:created>
  <dcterms:modified xsi:type="dcterms:W3CDTF">2026-01-13T12:23:18Z</dcterms:modified>
</cp:coreProperties>
</file>