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A172B"/>
    <a:srgbClr val="1A1F30"/>
    <a:srgbClr val="007AFF"/>
    <a:srgbClr val="0D0761"/>
    <a:srgbClr val="030755"/>
    <a:srgbClr val="1525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3047C-664C-4371-9230-C778BB589073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8C9C3-9551-4717-9CB1-D5CC99D644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4698-AAB1-64CC-5F81-5605B25B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FF1D4D-48F5-4A50-370D-88D8E3EA4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581143-8ABD-7655-0942-A6DCCF9EF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604C12-2E61-A479-3FC2-4412A2ABF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7790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A2D8C-43A2-5798-8968-5CFD89D1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65316"/>
            <a:ext cx="10795820" cy="53018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2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office@mbo-services.at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://www.mbo-services.a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bo-services.at/de/datenschutz" TargetMode="Externa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Relationship Id="rId9" Type="http://schemas.openxmlformats.org/officeDocument/2006/relationships/hyperlink" Target="http://www.mbo-trinit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FC33-B781-7AD5-2500-49FC7AFE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071553AB-0045-7029-4EE3-D74EED37A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AEB33EE7-9CF3-C017-40A4-486D23A966FC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BCA6B56-D235-81BC-076A-61EF7EC89B4E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5BAB4B1-3FC1-5B03-6F4E-E2746E753BA0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BEFC97D-A850-730D-BB1A-CE8A5F3DD31B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2735DD-1C0B-C486-BA37-FD6E3383A871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A6FF9B82-8B9B-F275-502C-6BE9063B0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C653B40-2815-5798-47C7-1AB84F306A4B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83EACCC-1EC2-36FF-D9C6-C8802841F690}"/>
              </a:ext>
            </a:extLst>
          </p:cNvPr>
          <p:cNvSpPr txBox="1"/>
          <p:nvPr/>
        </p:nvSpPr>
        <p:spPr>
          <a:xfrm>
            <a:off x="449128" y="1154795"/>
            <a:ext cx="113899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Siehe: 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https://www.mbo-services.at/de/datenschutz</a:t>
            </a: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Alle 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www.mbo-services.at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und 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office@mbo-services.at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ändern auf 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www.mbo-trinity.com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bzw. 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office@mbo-trinity.com</a:t>
            </a: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05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Master Trinity 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O_Trinity_GmbH_II_de.potx" id="{366E3630-B22C-4E3D-9747-5BF531C635D7}" vid="{A13D97C2-B7B5-48B2-9998-D663CCBE739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MBO_Trinity_GmbH_II_de</Template>
  <TotalTime>0</TotalTime>
  <Words>75</Words>
  <Application>Microsoft Office PowerPoint</Application>
  <PresentationFormat>Breitbild</PresentationFormat>
  <Paragraphs>10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Master Trinity HP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MBO Services GmbH</dc:creator>
  <cp:lastModifiedBy>Office MBO Services GmbH</cp:lastModifiedBy>
  <cp:revision>27</cp:revision>
  <dcterms:created xsi:type="dcterms:W3CDTF">2025-05-08T11:48:37Z</dcterms:created>
  <dcterms:modified xsi:type="dcterms:W3CDTF">2026-01-13T11:31:43Z</dcterms:modified>
</cp:coreProperties>
</file>