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12.01.2026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office@mbo-services.at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://www.mbo-services.a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bo-services.at/de/impressum" TargetMode="Externa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Relationship Id="rId9" Type="http://schemas.openxmlformats.org/officeDocument/2006/relationships/hyperlink" Target="http://www.mbo-trin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83EACCC-1EC2-36FF-D9C6-C8802841F690}"/>
              </a:ext>
            </a:extLst>
          </p:cNvPr>
          <p:cNvSpPr txBox="1"/>
          <p:nvPr/>
        </p:nvSpPr>
        <p:spPr>
          <a:xfrm>
            <a:off x="449128" y="1058543"/>
            <a:ext cx="1138994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Siehe: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https://www.mbo-services.at/de/impressum</a:t>
            </a: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www.mbo-services.at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office@mbo-services.at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ändern auf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www.mbo-trinity.com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bzw. </a:t>
            </a: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office@mbo-trinity.com</a:t>
            </a: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Adresse: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chemeClr val="bg1"/>
                </a:solidFill>
              </a:rPr>
              <a:t>MBO TRINITY GmbH</a:t>
            </a:r>
          </a:p>
          <a:p>
            <a:r>
              <a:rPr lang="de-AT" b="1" dirty="0">
                <a:solidFill>
                  <a:schemeClr val="bg1"/>
                </a:solidFill>
              </a:rPr>
              <a:t>Hauptfirmensitz: </a:t>
            </a:r>
            <a:r>
              <a:rPr lang="de-AT" b="1" dirty="0" err="1">
                <a:solidFill>
                  <a:schemeClr val="bg1"/>
                </a:solidFill>
              </a:rPr>
              <a:t>Urstein</a:t>
            </a:r>
            <a:r>
              <a:rPr lang="de-AT" b="1" dirty="0">
                <a:solidFill>
                  <a:schemeClr val="bg1"/>
                </a:solidFill>
              </a:rPr>
              <a:t> Nord 17, A-5412 </a:t>
            </a:r>
            <a:r>
              <a:rPr lang="de-AT" b="1" dirty="0" err="1">
                <a:solidFill>
                  <a:schemeClr val="bg1"/>
                </a:solidFill>
              </a:rPr>
              <a:t>Puch</a:t>
            </a:r>
            <a:r>
              <a:rPr lang="de-AT" b="1" dirty="0">
                <a:solidFill>
                  <a:schemeClr val="bg1"/>
                </a:solidFill>
              </a:rPr>
              <a:t> bei Hallein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AT" dirty="0">
                <a:solidFill>
                  <a:schemeClr val="bg1"/>
                </a:solidFill>
              </a:rPr>
              <a:t>Filialgeschäftsstelle: </a:t>
            </a:r>
            <a:r>
              <a:rPr lang="de-DE" dirty="0">
                <a:solidFill>
                  <a:schemeClr val="bg1"/>
                </a:solidFill>
              </a:rPr>
              <a:t>Industriestraße B16, Top B4/01, A-2345 Brunn am Gebirge</a:t>
            </a:r>
          </a:p>
          <a:p>
            <a:br>
              <a:rPr lang="de-AT" dirty="0">
                <a:solidFill>
                  <a:schemeClr val="bg1"/>
                </a:solidFill>
              </a:rPr>
            </a:br>
            <a:r>
              <a:rPr lang="de-AT" b="1" dirty="0">
                <a:solidFill>
                  <a:schemeClr val="bg1"/>
                </a:solidFill>
              </a:rPr>
              <a:t>t:</a:t>
            </a:r>
            <a:r>
              <a:rPr lang="de-AT" dirty="0">
                <a:solidFill>
                  <a:schemeClr val="bg1"/>
                </a:solidFill>
              </a:rPr>
              <a:t> +43 502044-0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AT" b="1" dirty="0">
                <a:solidFill>
                  <a:schemeClr val="bg1"/>
                </a:solidFill>
              </a:rPr>
              <a:t>web: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www.mbo-trinity.com</a:t>
            </a:r>
            <a:r>
              <a:rPr lang="de-AT" dirty="0">
                <a:solidFill>
                  <a:schemeClr val="bg1"/>
                </a:solidFill>
              </a:rPr>
              <a:t> </a:t>
            </a:r>
            <a:br>
              <a:rPr lang="de-AT" dirty="0">
                <a:solidFill>
                  <a:schemeClr val="bg1"/>
                </a:solidFill>
              </a:rPr>
            </a:br>
            <a:r>
              <a:rPr lang="de-AT" dirty="0">
                <a:solidFill>
                  <a:schemeClr val="bg1"/>
                </a:solidFill>
              </a:rPr>
              <a:t>FN 640401 t, Landesgericht Salzburg,</a:t>
            </a:r>
          </a:p>
          <a:p>
            <a:r>
              <a:rPr lang="de-AT" dirty="0">
                <a:solidFill>
                  <a:schemeClr val="bg1"/>
                </a:solidFill>
              </a:rPr>
              <a:t>UID Nr.: ATU 81328145</a:t>
            </a:r>
            <a:endParaRPr lang="de-DE" dirty="0">
              <a:solidFill>
                <a:schemeClr val="bg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endParaRPr lang="de-AT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128</Words>
  <Application>Microsoft Office PowerPoint</Application>
  <PresentationFormat>Breitbild</PresentationFormat>
  <Paragraphs>19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Master Trinity HP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28</cp:revision>
  <dcterms:created xsi:type="dcterms:W3CDTF">2025-05-08T11:48:37Z</dcterms:created>
  <dcterms:modified xsi:type="dcterms:W3CDTF">2026-01-13T11:34:12Z</dcterms:modified>
</cp:coreProperties>
</file>