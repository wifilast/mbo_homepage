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45" r:id="rId2"/>
    <p:sldId id="366" r:id="rId3"/>
    <p:sldId id="365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79F5-02BC-9927-610D-E478D267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B027E5-EE70-A3FD-9FBE-A491F5FE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4C25AF-2DD6-8080-2401-145387A01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77870C-B84D-C671-0903-C9F3C61C8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93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bo-services.at/de/kontakt" TargetMode="Externa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office@mbo-trinity.co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769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Fotoserie 5</a:t>
            </a: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5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B256F63-C568-C653-D832-C27A5772F55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6F6350E-ACAA-A15E-18E5-25FA1C626E0F}"/>
              </a:ext>
            </a:extLst>
          </p:cNvPr>
          <p:cNvSpPr txBox="1"/>
          <p:nvPr/>
        </p:nvSpPr>
        <p:spPr>
          <a:xfrm>
            <a:off x="489713" y="1488308"/>
            <a:ext cx="649621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Siehe </a:t>
            </a:r>
            <a:r>
              <a:rPr lang="de-AT" dirty="0">
                <a:solidFill>
                  <a:schemeClr val="bg1"/>
                </a:solidFill>
                <a:hlinkClick r:id="rId6"/>
              </a:rPr>
              <a:t>https://www.mbo-services.at/de/kontakt</a:t>
            </a:r>
            <a:endParaRPr lang="de-AT" dirty="0">
              <a:solidFill>
                <a:schemeClr val="bg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5772-55D3-0AB9-A032-42FF6AEB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A2363B8-1F2A-30AC-D149-9180C850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6DBBA95-4A0C-6AF2-E26D-3BBC3531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12" y="2107503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30C996-0566-54A1-77B1-308D06E76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848" y="2107503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7F06F7-0FAF-3B20-4116-6C3DC9A420C9}"/>
              </a:ext>
            </a:extLst>
          </p:cNvPr>
          <p:cNvSpPr txBox="1"/>
          <p:nvPr/>
        </p:nvSpPr>
        <p:spPr>
          <a:xfrm>
            <a:off x="3718836" y="2744898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9CE68CD-8814-3694-1779-5E45C635F18B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89CC3A-E305-2789-9BED-047DADF0F127}"/>
              </a:ext>
            </a:extLst>
          </p:cNvPr>
          <p:cNvSpPr txBox="1"/>
          <p:nvPr/>
        </p:nvSpPr>
        <p:spPr>
          <a:xfrm>
            <a:off x="2952098" y="5391735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9DA3B6-B141-2126-51DE-74E0F51F9D0F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61F108-4F0C-379F-FFCC-6AC54435F78C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8D058F2-5D4A-A82E-7193-5813D6DAA9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D1855C3-3147-791B-6DC3-E3968516D77D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BE62835C-3395-86AD-449B-2B0BBDF38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316E77E-4491-1E66-26EF-126607154375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414743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126</Words>
  <Application>Microsoft Office PowerPoint</Application>
  <PresentationFormat>Breitbild</PresentationFormat>
  <Paragraphs>29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Master Trinity HP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30</cp:revision>
  <dcterms:created xsi:type="dcterms:W3CDTF">2025-05-08T11:48:37Z</dcterms:created>
  <dcterms:modified xsi:type="dcterms:W3CDTF">2026-01-13T12:22:18Z</dcterms:modified>
</cp:coreProperties>
</file>